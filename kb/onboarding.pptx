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Zenvora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Orientation begins at 9:30 AM on your first day</a:t>
            </a:r>
          </a:p>
          <a:p>
            <a:r>
              <a:t>Meet your buddy and your reporting manager</a:t>
            </a:r>
          </a:p>
          <a:p>
            <a:r>
              <a:t>Collect your laptop and access card from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HR induction and laptop setup</a:t>
            </a:r>
          </a:p>
          <a:p>
            <a:r>
              <a:t>Day 2: IT security training (mandatory)</a:t>
            </a:r>
          </a:p>
          <a:p>
            <a:r>
              <a:t>Day 3: Meet your team and review role goals</a:t>
            </a:r>
          </a:p>
          <a:p>
            <a:r>
              <a:t>Day 4: Code of conduct session</a:t>
            </a:r>
          </a:p>
          <a:p>
            <a:r>
              <a:t>Day 5: Review with manager and 30-day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Enrollment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 in health insurance within 15 days of joining</a:t>
            </a:r>
          </a:p>
          <a:p>
            <a:r>
              <a:t>Submit nominee details for the provident fund</a:t>
            </a:r>
          </a:p>
          <a:p>
            <a:r>
              <a:t>Add dependants through the HR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Within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mandatory IT security and ethics e-learning</a:t>
            </a:r>
          </a:p>
          <a:p>
            <a:r>
              <a:t>Set up MFA on email, VPN and the HR portal</a:t>
            </a:r>
          </a:p>
          <a:p>
            <a:r>
              <a:t>Submit all joining documents to 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helpdesk: hr@zenvora.example</a:t>
            </a:r>
          </a:p>
          <a:p>
            <a:r>
              <a:t>IT helpdesk: extension 4040</a:t>
            </a:r>
          </a:p>
          <a:p>
            <a:r>
              <a:t>Finance queries: finance@zenvora.example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